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Semantic Correspondence</a:t>
            </a:r>
            <a:br/>
            <a:r>
              <a:t>with Parameter-Efficient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/>
              </a:defRPr>
            </a:pPr>
            <a:r>
              <a:t>Project 5 — Advanced Machine Learning (2024/25)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B5F6"/>
                </a:solidFill>
                <a:latin typeface="Calibri"/>
              </a:defRPr>
            </a:pPr>
            <a:r>
              <a:t>Johnprice Osagie  ·  Mario Lapadula  ·  Giorgia Pugliese  ·  Riccardo Bellanca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Politecnico di Torino — Dipartimento di Automatica e Informatica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4B5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5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Semantic Correspondence: encontrar punti semanticamente equivalenti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 due immagini diverse dello stesso oggetto/categoria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Sfida: immagini con posa, scala, occlusione e background diversi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Input: keypoint nell'immagine sorgente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Output: posizione predetta nell'immagine target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Metrica: PCK@a (Percentage of Correct Keypoints)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Un keypoint e' corretto se dista &lt; a * max(h,w) dal ground truth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4B5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Background &amp; 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5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Foundation Models per feature extraction: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DINOv2 (Meta, 2023): Self-supervised ViT, 142M immagini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DINOv2-Reg: variante con register tokens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SAM (Segment Anything): encoder ViT per segmentazione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Parameter-Efficient Fine-Tuning (PEFT):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LoRA (Hu et al., 2022): low-rank adaptation Q/V, rank=16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BitFit (Ben-Zaken et al., 2022): sblocca solo i bias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Soft-Argmax &amp; Adaptive Window per localizzazione sub-pixel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4B5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5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Backbone: DINOv2 ViT-B/14 (86M params, frozen)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PEFT Module (trainable):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LoRA: rank=16, alpha=32 -&gt; 906K params (1.04%)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BitFit: solo bias -&gt; ~74K params (~0.08%)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Projection Head: Linear(768 -&gt; 256)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Correlation Map: cosine similarity (src x trg features)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Keypoint Prediction: Adaptive Window Soft-Argmax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raggio dinamico basato sull'entropia locale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4B5F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Adaptive Window Soft-Argmax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5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Problema: Soft-Argmax globale sensibile a correlazioni spurie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Soluzione in 4 step: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1. Hard argmax -&gt; trova il massimo nella correlation map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2. Calcola entropia locale della distribuzione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3. Entropia alta -&gt; finestra ampia (incertezza)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 Entropia bassa -&gt; finestra stretta (confidenza)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4. Soft-Argmax solo nella finestra adattiva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Risultato: migliore localizzazione sub-pixel con robustezza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4B5F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5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Dataset: SPair-71k (12K train / 3K val / 12K test, 18 categorie)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Loss: MSE su keypoint predetti vs ground truth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Optimizer: AdamW (lr=1e-4, weight_decay=1e-2)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Scheduler: Cosine Annealing | AMP (FP16) su T4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Epochs: 5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Curriculum Learning (opzionale):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30% coppie facili -&gt; ramp-up progressivo -&gt; 100%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Checkpointing persistente su Google Drive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4B5F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5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SPair-71k (Training + Evaluation):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70.958 coppie, 18 categorie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Annotazioni JSON con keypoint semantici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PF-Pascal (Generalization Test Only):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1.351 immagini, 20 categorie, annotazioni .mat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MAI usato per training -&gt; test cross-dataset puro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81C784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Baseline: Multi-Backbone Comparison (SPair-71k)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54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Backbone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PCK@0.20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PCK@0.10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PCK@0.05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DINOv2 ViT-B/14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64.17%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43.88%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24.28%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44.48%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DINOv3 (Reg)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64.72%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44.49%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24.49%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45.11%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SAM ViT-B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18.43%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6.41%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2.36%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6.40%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t>Frozen backbone, no PEFT, no Adaptive Window. DINOv3 register tokens portano +0.6% vs DINOv2. SAM inadatto per corrispondenza semantica.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81C784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PEFT Results: LoRA vs BitFit (SPair-71k)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54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PCK@0.10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PCK@0.05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Trainable %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DINOv2 Baseline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43.88%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24.28%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44.48%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+ LoRA (r=16) + AW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80.53%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61.36%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80.85%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1.04%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+ BitFit + AW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77.83%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55.48%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78.41%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~0.08%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t>LoRA +36.65pp vs baseline | BitFit +33.95pp vs baseline. LoRA superiore di +2.7pp ma BitFit usa 12x meno parametri.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81C784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Ablation: Adaptive Window Impact (SPair-71k)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54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10058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 AW (PCK@0.10)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With AW (PCK@0.10)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LoRA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78.13%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80.53%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+2.40pp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BitFit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75.40%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77.83%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+2.43pp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t>AW migliora consistentemente entrambe le tecniche PEFT (~+2.4pp). Effetto piu' marcato su PCK@0.05: LoRA +5.96pp, BitFit +4.67pp.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81C784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Generalization: Cross-Dataset (PF-Pascal)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54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SPair PCK@0.10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PF-Pascal PCK@0.10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Transfer Gain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DINOv2 Baseline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43.88%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26.76%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ref.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DINOv3 Baseline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44.49%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26.76%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ref.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LoRA + AW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80.53%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47.92%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+21.16pp vs base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BitFit + AW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77.83%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46.26%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+19.50pp vs base</a:t>
                      </a:r>
                    </a:p>
                  </a:txBody>
                  <a:tcPr>
                    <a:solidFill>
                      <a:srgbClr val="15203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t>Modelli addestrati SOLO su SPair-71k. Il fine-tuning trasferisce un guadagno di ~20pp anche su dati mai visti.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B74D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Per-Category: LoRA on PF-Pascal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54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Top 3 (struttura rigida):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bicycle: 77.80%  |  pottedplant: 70.79%  |  bottle: 68.94%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Bottom 3 (alta variabilita'):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diningtable: 8.00%  |  sheep: 23.33%  |  boat: 27.92%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Insight: il modello generalizza bene su oggetti geometricamente stabili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ma fatica su categorie deformabili o sotto-rappresentate in SPair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Mean PCK@0.1: LoRA = 44.32%  |  BitFit = 42.20%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LoRA superiore di +2.12pp anche in cross-dataset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B74D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Geometric Robustness: Rotation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54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Test: rotazione sintetica di 15 gradi applicata al target su SPair-71k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Il flag --rotation_deg ruota l'immagine target e trasforma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 keypoint GT di conseguenza, misurando il degrado di PCK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Risultati: [DA COMPLETARE dopo esecuzione Stage 5 su Colab]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Demo interattiva (Gradio):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L'utente carica un'immagine, clicca un punto, e usa lo slider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per ruotare il target da -180 a +180 gradi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Il modello predice la corrispondenza nello spazio ruotato in tempo reale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4B5F6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5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DINOv2 e' il backbone migliore per semantic correspondence (vs SAM)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DINOv3-Reg porta un marginale +0.6% (register tokens)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LoRA (1.04% params) batte BitFit (0.08% params) di ~2.7pp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ma BitFit offre un rapporto prestazioni/efficienza eccezionale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Adaptive Window: +2.4pp consistente su entrambe le tecniche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Cross-dataset: il fine-tuning trasferisce ~20pp di guadagno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su PF-Pascal senza riaddestramento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LoRA generalizza leggermente meglio di BitFit (+2.12pp su PF-Pascal)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4B5F6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5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Conclusioni: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Pipeline completa: training, valutazione, ablazione, generalizzazione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PEFT adatta modelli da 86M params con &lt;2% di params trainabili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Da 43.88% baseline -&gt; 80.53% LoRA+AW (+36.65pp)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Future Work: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Multi-scale feature extraction (layer intermedi del ViT)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Test con corruzioni sintetiche (SPair-C)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Approccio ibrido LoRA + BitFit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Inference-time augmentation per robustezza geometrica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t>Repository: github.com/Johnnyprice29/Project_AML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